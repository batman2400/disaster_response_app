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monsoon: when the Kelani breaches, dispatchers drown in calls before they drown in water. FENDER is the closed loop — citizen photo in, verified map out, crews cannot close without proof. Then click through. Do not read the pills.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45 vs 3 contrast. Judges remember the number. Then: 'The tragedy is not only the flood. It is the 45-minute void while we decide if the flood is real.'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failures as an ops story, not a feature list. End on families — that is the human hook before you show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FENDER is not a reporting app. It is the operating system of the flood: citizen, officer, crew, shelter. Same data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technical punch. Stress Vision + PostGIS as the pair that kills fakes and duplicates. Mention the fallback so they know you thought about outages.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a phone, live-demo the report here. If not, these three screens are the story: warn, capture, navigate.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case #428CA8A8 if live. Call out SCORE 0.80 and the five check chips. Officers stay in the loop — AI never silently publishes without a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Punchline: a crew cannot lie the road open. A family does not have to call twenty camps. That is the closed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metrics are design targets from the locked spec, not a year of production telemetry. Be honest if asked. Then: it is live on Vercel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Invite the live demo. If time is gone, stay on this slide and take questions. Demo order: report → officer queue → crew close → map pin flips → I'm Safe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145536" cy="6858000"/>
          </a:xfrm>
          <a:prstGeom prst="rect">
            <a:avLst/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928625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240280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CODEARENA  '26   ·   TOPIC 04  DISASTER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8FAFC"/>
                </a:solidFill>
                <a:latin typeface="Segoe UI"/>
              </a:rPr>
              <a:t>FENDER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BD5E1"/>
                </a:solidFill>
                <a:latin typeface="Segoe UI"/>
              </a:rPr>
              <a:t>The closed-loop flood command system for Colombo.
Verify in seconds. Dispatch with proof. Reunite families.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00600"/>
            <a:ext cx="1828800" cy="384048"/>
          </a:xfrm>
          <a:prstGeom prst="roundRect">
            <a:avLst>
              <a:gd name="adj" fmla="val 20000"/>
            </a:avLst>
          </a:prstGeom>
          <a:solidFill>
            <a:srgbClr val="15273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5-Check Gemini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4800600"/>
            <a:ext cx="1828800" cy="384048"/>
          </a:xfrm>
          <a:prstGeom prst="roundRect">
            <a:avLst>
              <a:gd name="adj" fmla="val 20000"/>
            </a:avLst>
          </a:prstGeom>
          <a:solidFill>
            <a:srgbClr val="15273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846320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PostGIS clustering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800600"/>
            <a:ext cx="1828800" cy="384048"/>
          </a:xfrm>
          <a:prstGeom prst="roundRect">
            <a:avLst>
              <a:gd name="adj" fmla="val 20000"/>
            </a:avLst>
          </a:prstGeom>
          <a:solidFill>
            <a:srgbClr val="15273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Segoe UI"/>
              </a:rPr>
              <a:t>Photo-proof clearance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799" y="4800600"/>
            <a:ext cx="1828800" cy="384048"/>
          </a:xfrm>
          <a:prstGeom prst="roundRect">
            <a:avLst>
              <a:gd name="adj" fmla="val 20000"/>
            </a:avLst>
          </a:prstGeom>
          <a:solidFill>
            <a:srgbClr val="15273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4846320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82F6"/>
                </a:solidFill>
                <a:latin typeface="Segoe UI"/>
              </a:rPr>
              <a:t>I'm Safe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3212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Live  ·  backend-chi-gilt-80.vercel.app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52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Next.js 16  ·  Supabase PostGIS  ·  Gemini 2.5  ·  Expo SDK 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463040"/>
            <a:ext cx="27432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BUILT FOR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Kelani River Basin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Nagalagam  ·  Sedawatta
Wellampitiya  ·  Kolonnawa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THE LOOP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1400" b="0" i="0">
                <a:solidFill>
                  <a:srgbClr val="F8FAFC"/>
                </a:solidFill>
                <a:latin typeface="Segoe UI"/>
              </a:rPr>
              <a:t>Citizen  →  AI triage
Officer  →  Field crew
Shelter  →  Family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4A3B8"/>
                </a:solidFill>
                <a:latin typeface="Segoe UI"/>
              </a:rPr>
              <a:t>NDRRMS  ·  CMC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THE CRISIS IN COLOMBO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The deadly information void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6766560" cy="489204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7185"/>
                </a:solidFill>
                <a:latin typeface="Segoe UI"/>
              </a:rPr>
              <a:t>TRADITIONAL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B7185"/>
                </a:solidFill>
                <a:latin typeface="Segoe UI"/>
              </a:rPr>
              <a:t>45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6126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CBD5E1"/>
                </a:solidFill>
                <a:latin typeface="Segoe UI"/>
              </a:rPr>
              <a:t>That is how long it takes a dispatcher to confirm a single flood call — while ambulances drive into submerged culverts and families wait on rooftops in Nagalagam, Sedawatta, and Kolonnawa.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The water is not the only failure. The information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4251960" cy="4892040"/>
          </a:xfrm>
          <a:prstGeom prst="roundRect">
            <a:avLst>
              <a:gd name="adj" fmla="val 6000"/>
            </a:avLst>
          </a:prstGeom>
          <a:solidFill>
            <a:srgbClr val="15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554480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WITH FENDER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6596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22D3EE"/>
                </a:solidFill>
                <a:latin typeface="Segoe UI"/>
              </a:rPr>
              <a:t>&lt;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200400"/>
            <a:ext cx="3749039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Photo + GPS in.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Five checks score the report.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Duplicates collapse into one ticket.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River gauges raise the ward themselves.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The map updates before the next call.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WHY RESPONSE COLLAPSES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Four bottlenecks. One monsoon. Zero shared picture.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23560" cy="228600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" cy="22860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7185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Spam &amp; verification 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37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117 / 1990 drown in panic calls. Officers cannot tell a real drowning from a rumour for half an hour.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623560" cy="228600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109728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4475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5564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Duplicate avalanches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937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Fifty people report the same fallen tree. Crews fan out to one pin while a flash flood 500 m away waits.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5623560" cy="228600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" cy="2286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13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Ghost clearances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4937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Radio says the road is open. The ambulance arrives to a submerged culvert. No photograph. No truth.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0"/>
            <a:ext cx="5623560" cy="228600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109728" cy="2286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913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22452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Missing families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09160"/>
            <a:ext cx="4937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Children and elders scatter across temples and schools. There is no shared roster, no 'I'm safe' search.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THE FENDER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One platform. Four desks. Zero silos.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788920" cy="41605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788920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63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82F6"/>
                </a:solidFill>
                <a:latin typeface="Segoe UI"/>
              </a:rPr>
              <a:t>PORTAL 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783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Citizen lifeline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6060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Segoe UI"/>
              </a:rPr>
              <a:t>EN · සිං · தமிழ்  PWA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063240"/>
            <a:ext cx="2468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Photo + GPS in 15 seconds. Offline QR SOS. Direct 117 / 1990. Live 5-check verdict.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88920" cy="41605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78892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463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PORTAL 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783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Command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6060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Municipal HQ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063240"/>
            <a:ext cx="2468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Queue, map, river gauges, AI threshold slider, override with a full audit trail.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188720"/>
            <a:ext cx="2788920" cy="41605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88720"/>
            <a:ext cx="27889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463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PORTAL 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783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Crew clearance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6060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Navy · DMC · CMC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063240"/>
            <a:ext cx="2468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Navigate to the pin. Cannot close without a live after-fix photo. Map unblocks instantly.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188720"/>
            <a:ext cx="2788920" cy="41605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188720"/>
            <a:ext cx="2788920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463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Segoe UI"/>
              </a:rPr>
              <a:t>PORTAL 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17830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Relief &amp; safe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6060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Shelters + families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3063240"/>
            <a:ext cx="2468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Live bed counts, aid matching, and a public I'm Safe search by name or NIC.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Supabase Realtime  ·  every action on any desk hits every other screen in under 200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THE SECRET SAUCE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Five checks. One verdict. Under three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240280" cy="32461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Input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Sinhala, Tamil, English. Distress keywords. Clean operational summary.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Segoe UI"/>
              </a:rPr>
              <a:t>Weight  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6624" y="1143000"/>
            <a:ext cx="2240280" cy="32461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12801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4" y="160020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Gemini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286000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Flood depth, live wires, structural damage. Rejects stock photos.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38404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Weight  35%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1143000"/>
            <a:ext cx="2240280" cy="32461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12801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160020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Weather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286000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Rain &gt; 40 mm or Kelani gauge &gt; 75% confirms the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38404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Segoe UI"/>
              </a:rPr>
              <a:t>Weight  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1143000"/>
            <a:ext cx="2240280" cy="32461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12801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160020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PostGIS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2286000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ST_DWithin 150–200 m. Fifty calls become one master incident.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38404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Weight  20%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9216" y="1143000"/>
            <a:ext cx="2240280" cy="32461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6376" y="12801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6376" y="160020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Risk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2286000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Ward topology, road blockage, population exposure → urgency.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38404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Weight  10%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72000"/>
            <a:ext cx="11430000" cy="1417320"/>
          </a:xfrm>
          <a:prstGeom prst="roundRect">
            <a:avLst>
              <a:gd name="adj" fmla="val 5000"/>
            </a:avLst>
          </a:prstGeom>
          <a:solidFill>
            <a:srgbClr val="15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709160"/>
            <a:ext cx="3840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AGGREGATOR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4D399"/>
                </a:solidFill>
                <a:latin typeface="Segoe UI"/>
              </a:rPr>
              <a:t>Score  ≥  0.75   auto-publish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0.50–0.74  need info   ·   &lt; 0.50  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709160"/>
            <a:ext cx="67665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DETERMINISTIC FALLBACK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If Gemini drops, weather + cluster still return a conservative verdict in &lt; 200 ms. The demo never dies with the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LIVE PRODUCT  ·  CITIZEN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8FAFC"/>
                </a:solidFill>
                <a:latin typeface="Segoe UI"/>
              </a:rPr>
              <a:t>From rooftop to verified pin in one tap.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3520440" cy="41605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15568"/>
            <a:ext cx="1786025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230368"/>
            <a:ext cx="3520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Lifeline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3212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Flood watch, trilingual switch, 117 / 1990, offline QR 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05840"/>
            <a:ext cx="3520440" cy="41605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15568"/>
            <a:ext cx="1786025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400" y="5230368"/>
            <a:ext cx="3520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Hazard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553212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Camera + locked GPS. Live 5-check stepper. Instant verdict.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005840"/>
            <a:ext cx="3520440" cy="416052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115568"/>
            <a:ext cx="1786025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80" y="5230368"/>
            <a:ext cx="3520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Safe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553212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Pulsing pins, blocked roads, detours, live shelter beds.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LIVE PRODUCT  ·  MUNICIPAL HQ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8FAFC"/>
                </a:solidFill>
                <a:latin typeface="Segoe UI"/>
              </a:rPr>
              <a:t>Triage with evidence, not rumours.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8275320" cy="5074920"/>
          </a:xfrm>
          <a:prstGeom prst="roundRect">
            <a:avLst>
              <a:gd name="adj" fmla="val 4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092440" cy="41827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78240" y="1005840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1115568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5-check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408176"/>
            <a:ext cx="2697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Vision, weather, cluster, location, risk — scored on every ticket.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40280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350008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Threshold slider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642616"/>
            <a:ext cx="2697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Tighten or loosen auto-publish when the storm peaks.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3474720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3584448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One-click override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877056"/>
            <a:ext cx="2697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Publish, need-info, area alert, council ticket — with an audit trail.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709160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4818888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B82F6"/>
                </a:solidFill>
                <a:latin typeface="Segoe UI"/>
              </a:rPr>
              <a:t>Autonomous gauges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111496"/>
            <a:ext cx="2697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</a:rPr>
              <a:t>Rain and river telemetry can raise a ward to CRITICAL with no click.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LIVE PRODUCT  ·  CREW + HUMANITARIAN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8FAFC"/>
                </a:solidFill>
                <a:latin typeface="Segoe UI"/>
              </a:rPr>
              <a:t>No ghost clearances. No missing names.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87552"/>
            <a:ext cx="3703320" cy="502920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1474509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434840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Field crew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73168"/>
            <a:ext cx="3337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Tickets, nav, mandatory after-fix photo. Resolve flips is_road_blocked on every public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87552"/>
            <a:ext cx="3703320" cy="502920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97280"/>
            <a:ext cx="1474509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4434840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Relief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773168"/>
            <a:ext cx="3337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Live beds, rations, medical kits. HELP_REQUEST matches the nearest shelter with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987552"/>
            <a:ext cx="3703320" cy="5029200"/>
          </a:xfrm>
          <a:prstGeom prst="roundRect">
            <a:avLst>
              <a:gd name="adj" fmla="val 5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9" y="1097280"/>
            <a:ext cx="1474509" cy="3246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6759" y="4434840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4D399"/>
                </a:solidFill>
                <a:latin typeface="Segoe UI"/>
              </a:rPr>
              <a:t>I'm Safe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4773168"/>
            <a:ext cx="3337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</a:rPr>
              <a:t>Check in as SAFE / IN_SHELTER / DISPLACED. Search by name, NIC, ward, or camp.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IMPACT  ·  PRODUCTION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Segoe UI"/>
              </a:rPr>
              <a:t>Built to run the demo. Built to survive the storm.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22D3EE"/>
                </a:solidFill>
                <a:latin typeface="Segoe UI"/>
              </a:rPr>
              <a:t>&lt; 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AI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From 45 minutes of phone sorting.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4300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80160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59E0B"/>
                </a:solidFill>
                <a:latin typeface="Segoe UI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574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Duplicates 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6888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ST_DWithin collapses 50 calls to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34D399"/>
                </a:solidFill>
                <a:latin typeface="Segoe U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Photo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Zero ghost clearances by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14300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280160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3B82F6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0574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Segoe UI"/>
              </a:rPr>
              <a:t>Languages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46888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English, Sinhala, Tamil — full parity.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61188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15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94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Web &amp; PWA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06240"/>
            <a:ext cx="2423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Next.js 16.3  ·  React 19  ·  Tailwind v4  ·  Leaflet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61188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15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794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Spatial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206240"/>
            <a:ext cx="2423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Supabase Postgres  ·  PostGIS  ·  Realtime  ·  RLS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61188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15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94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06240"/>
            <a:ext cx="2423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Gemini 2.5 Flash  ·  structured JSON  ·  fallback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361188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15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3794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Native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206240"/>
            <a:ext cx="2423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</a:rPr>
              <a:t>Expo SDK 57  ·  React Native  ·  offline 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"/>
            <a:ext cx="1425506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554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8FAFC"/>
                </a:solidFill>
                <a:latin typeface="Segoe UI"/>
              </a:rPr>
              <a:t>Flash floods are inevitable.
Blind response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BD5E1"/>
                </a:solidFill>
                <a:latin typeface="Segoe UI"/>
              </a:rPr>
              <a:t>FENDER gives Colombo a shared picture in seconds — and a standard that can travel to every river basin in the country.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52044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Segoe UI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Segoe UI"/>
              </a:rPr>
              <a:t>Kelani corridor live ops: report, triage, prove, reunite.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52044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77639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Segoe UI"/>
              </a:rPr>
              <a:t>SMS / USSD fallback when towers fail. LoRa mesh 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2044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0F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65760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NATIONAL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977639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Segoe UI"/>
              </a:rPr>
              <a:t>DMC 117 interoperability. Drone vision into the same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6636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</a:rPr>
              <a:t>Thank you. Questions — and a live demo.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https://backend-chi-gilt-80.vercel.app     ·     /dashboard/officer     ·     /map     ·     /crew     ·     /safe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FENDER  ·  CodeArena '26  ·  Topic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